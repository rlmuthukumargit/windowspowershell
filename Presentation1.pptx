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8" d="100"/>
          <a:sy n="88" d="100"/>
        </p:scale>
        <p:origin x="49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23-12-2025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6938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23-12-2025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6484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23-12-2025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2445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23-12-2025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61959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23-12-2025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84285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23-12-2025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678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23-12-2025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5981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23-12-2025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8461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23-12-2025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17328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23-12-2025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3971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36769B-7200-494A-8802-1B6C4D3CEF92}" type="datetimeFigureOut">
              <a:rPr lang="en-IN" smtClean="0"/>
              <a:t>23-12-2025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97494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36769B-7200-494A-8802-1B6C4D3CEF92}" type="datetimeFigureOut">
              <a:rPr lang="en-IN" smtClean="0"/>
              <a:t>23-12-2025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09ED62-E319-42B8-8CB1-C28B499A959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41334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31817" y="383177"/>
            <a:ext cx="9736183" cy="5765073"/>
          </a:xfrm>
        </p:spPr>
        <p:txBody>
          <a:bodyPr/>
          <a:lstStyle/>
          <a:p>
            <a:endParaRPr lang="en-US" dirty="0" smtClean="0"/>
          </a:p>
          <a:p>
            <a:endParaRPr lang="en-IN" sz="4800" b="1" dirty="0" smtClean="0"/>
          </a:p>
          <a:p>
            <a:endParaRPr lang="en-IN" sz="4800" b="1" dirty="0"/>
          </a:p>
          <a:p>
            <a:r>
              <a:rPr lang="en-IN" sz="4800" b="1" dirty="0" smtClean="0"/>
              <a:t>Grafana </a:t>
            </a:r>
            <a:r>
              <a:rPr lang="en-IN" sz="4800" b="1" dirty="0"/>
              <a:t>Monitoring </a:t>
            </a:r>
            <a:r>
              <a:rPr lang="en-IN" sz="4800" b="1" dirty="0" smtClean="0"/>
              <a:t>Solution</a:t>
            </a:r>
          </a:p>
          <a:p>
            <a:r>
              <a:rPr lang="en-US" sz="2800" dirty="0" smtClean="0"/>
              <a:t>Azure </a:t>
            </a:r>
            <a:r>
              <a:rPr lang="en-US" sz="2800" dirty="0"/>
              <a:t>Bot &amp; Web App Monitoring with Loki and Promtail</a:t>
            </a:r>
            <a:endParaRPr lang="en-IN" sz="2800" b="1" dirty="0"/>
          </a:p>
          <a:p>
            <a:endParaRPr lang="en-US" dirty="0" smtClean="0"/>
          </a:p>
          <a:p>
            <a:r>
              <a:rPr lang="en-IN" dirty="0">
                <a:solidFill>
                  <a:schemeClr val="tx2"/>
                </a:solidFill>
              </a:rPr>
              <a:t>Enterprise Monitoring Solution</a:t>
            </a:r>
          </a:p>
        </p:txBody>
      </p:sp>
    </p:spTree>
    <p:extLst>
      <p:ext uri="{BB962C8B-B14F-4D97-AF65-F5344CB8AC3E}">
        <p14:creationId xmlns:p14="http://schemas.microsoft.com/office/powerpoint/2010/main" val="21427610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31817" y="383177"/>
            <a:ext cx="9736183" cy="5765073"/>
          </a:xfrm>
        </p:spPr>
        <p:txBody>
          <a:bodyPr/>
          <a:lstStyle/>
          <a:p>
            <a:endParaRPr lang="en-IN" dirty="0">
              <a:solidFill>
                <a:schemeClr val="tx2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9691" y="1081836"/>
            <a:ext cx="6668849" cy="469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556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653143" y="383177"/>
            <a:ext cx="10929257" cy="6000206"/>
          </a:xfrm>
        </p:spPr>
        <p:txBody>
          <a:bodyPr/>
          <a:lstStyle/>
          <a:p>
            <a:pPr algn="l"/>
            <a:endParaRPr lang="en-US" sz="1800" dirty="0"/>
          </a:p>
          <a:p>
            <a:pPr marL="342900" indent="-342900" algn="l">
              <a:buFont typeface="Wingdings" panose="05000000000000000000" pitchFamily="2" charset="2"/>
              <a:buChar char="§"/>
            </a:pPr>
            <a:endParaRPr lang="en-US" sz="1800" b="0" i="0" dirty="0" smtClean="0">
              <a:solidFill>
                <a:srgbClr val="374151"/>
              </a:solidFill>
              <a:effectLst/>
              <a:latin typeface="ui-sans-serif"/>
            </a:endParaRPr>
          </a:p>
          <a:p>
            <a:pPr algn="l"/>
            <a:endParaRPr lang="en-IN" sz="3200" b="1" dirty="0" smtClean="0"/>
          </a:p>
          <a:p>
            <a:endParaRPr lang="en-IN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320" y="296091"/>
            <a:ext cx="8035548" cy="5708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7301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269" y="696993"/>
            <a:ext cx="6929564" cy="5464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240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1063" y="1253301"/>
            <a:ext cx="6149873" cy="4351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00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131" y="508695"/>
            <a:ext cx="6378493" cy="4900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1381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753" y="1177095"/>
            <a:ext cx="6378493" cy="4503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901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115" y="323581"/>
            <a:ext cx="6111770" cy="6210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8334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5805" y="1024681"/>
            <a:ext cx="6340389" cy="480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891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524</TotalTime>
  <Words>16</Words>
  <Application>Microsoft Office PowerPoint</Application>
  <PresentationFormat>Widescreen</PresentationFormat>
  <Paragraphs>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ui-sans-serif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muthu</dc:creator>
  <cp:lastModifiedBy>muthu</cp:lastModifiedBy>
  <cp:revision>14</cp:revision>
  <dcterms:created xsi:type="dcterms:W3CDTF">2025-12-23T06:27:04Z</dcterms:created>
  <dcterms:modified xsi:type="dcterms:W3CDTF">2025-12-23T15:11:54Z</dcterms:modified>
</cp:coreProperties>
</file>